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1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749808"/>
            <a:ext cx="8046720" cy="914400"/>
          </a:xfrm>
          <a:prstGeom prst="rect">
            <a:avLst/>
          </a:prstGeom>
          <a:solidFill>
            <a:srgbClr val="111111">
              <a:alpha val="85000"/>
            </a:srgbClr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Калининград: достопримечательности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66928" y="1773936"/>
            <a:ext cx="7132320" cy="502920"/>
          </a:xfrm>
          <a:prstGeom prst="rect">
            <a:avLst/>
          </a:prstGeom>
          <a:solidFill>
            <a:srgbClr val="111111">
              <a:alpha val="78000"/>
            </a:srgbClr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 островов, ворот и Балтийского характера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600" y="6556248"/>
            <a:ext cx="1173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Минималистичная презентация: немного текста и фотографии ключевых мест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2.jpg">    </p:cNvPr>
          <p:cNvPicPr>
            <a:picLocks noChangeAspect="1"/>
          </p:cNvPicPr>
          <p:nvPr/>
        </p:nvPicPr>
        <p:blipFill>
          <a:blip r:embed="rId1"/>
          <a:srcRect l="0" r="0" t="915" b="91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489204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Кратко о городе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426464"/>
            <a:ext cx="4892040" cy="447141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Самый западный областной центр России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Стоит на реке Преголе недалеко от Балтийского моря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Историческое название — Кёнигсберг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Город сочетает немецкое, советское и современное наследие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Главные места: остров Канта, Рыбная деревня, ворота, форты, музеи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3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Облик города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943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Калининград отличается сочетанием старой кирпичной архитектуры, советской застройки, современных районов и речных набережных.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4.png">    </p:cNvPr>
          <p:cNvPicPr>
            <a:picLocks noChangeAspect="1"/>
          </p:cNvPicPr>
          <p:nvPr/>
        </p:nvPicPr>
        <p:blipFill>
          <a:blip r:embed="rId1"/>
          <a:srcRect l="0" r="0" t="12073" b="1207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79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Остров Канта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379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символ центра — Кафедральный собор на острове Канта. Здесь находится могила Иммануила Канта.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1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Рыбная деревня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943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Рыбная деревня — современный туристический квартал у Преголи, стилизованный под старый Кёнигсберг.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2.jpg">    </p:cNvPr>
          <p:cNvPicPr>
            <a:picLocks noChangeAspect="1"/>
          </p:cNvPicPr>
          <p:nvPr/>
        </p:nvPicPr>
        <p:blipFill>
          <a:blip r:embed="rId1"/>
          <a:srcRect l="0" r="0" t="915" b="91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79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Городские ворота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379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Бранденбургские, Королевские и другие ворота напоминают о фортификационной системе старого города.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3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Музеи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943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Среди главных музеев — Музей Мирового океана, Музей янтаря и музейные пространства в исторических зданиях.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4.png">    </p:cNvPr>
          <p:cNvPicPr>
            <a:picLocks noChangeAspect="1"/>
          </p:cNvPicPr>
          <p:nvPr/>
        </p:nvPicPr>
        <p:blipFill>
          <a:blip r:embed="rId1"/>
          <a:srcRect l="0" r="0" t="12073" b="1207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79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Форты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379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Калининград окружали форты. Они показывают, что Кёнигсберг долгое время был городом-крепостью.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1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943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Достопримечательности Калининграда ценны тем, что помогают увидеть разные слои города: средневековый, прусский, советский и современный.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4.png">    </p:cNvPr>
          <p:cNvPicPr>
            <a:picLocks noChangeAspect="1"/>
          </p:cNvPicPr>
          <p:nvPr/>
        </p:nvPicPr>
        <p:blipFill>
          <a:blip r:embed="rId1"/>
          <a:srcRect l="0" r="0" t="12073" b="1207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777240"/>
            <a:ext cx="603504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31520" y="1563624"/>
            <a:ext cx="6035040" cy="396849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ru.wikipedia.org/wiki/Калининград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visit-kaliningrad.ru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turkaliningrad.ru/dostoprimechatelnosti/ostrov-kanta/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Изображения подобраны из открытых интернет-источников для учебной презентации.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Калининград: достопримечательности</dc:title>
  <dc:subject>Калининград: достопримечательности</dc:subject>
  <dc:creator>OpenAI</dc:creator>
  <cp:lastModifiedBy>OpenAI</cp:lastModifiedBy>
  <cp:revision>1</cp:revision>
  <dcterms:created xsi:type="dcterms:W3CDTF">2026-07-07T12:27:06Z</dcterms:created>
  <dcterms:modified xsi:type="dcterms:W3CDTF">2026-07-07T12:27:06Z</dcterms:modified>
</cp:coreProperties>
</file>