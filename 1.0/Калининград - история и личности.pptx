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4.png">    </p:cNvPr>
          <p:cNvPicPr>
            <a:picLocks noChangeAspect="1"/>
          </p:cNvPicPr>
          <p:nvPr/>
        </p:nvPicPr>
        <p:blipFill>
          <a:blip r:embed="rId1"/>
          <a:srcRect l="0" r="0" t="12073" b="1207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749808"/>
            <a:ext cx="8046720" cy="914400"/>
          </a:xfrm>
          <a:prstGeom prst="rect">
            <a:avLst/>
          </a:prstGeom>
          <a:solidFill>
            <a:srgbClr val="111111">
              <a:alpha val="85000"/>
            </a:srgbClr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Калининград: история и личности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66928" y="1773936"/>
            <a:ext cx="7132320" cy="502920"/>
          </a:xfrm>
          <a:prstGeom prst="rect">
            <a:avLst/>
          </a:prstGeom>
          <a:solidFill>
            <a:srgbClr val="111111">
              <a:alpha val="78000"/>
            </a:srgbClr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Кёнигсберга к современному городу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" y="6556248"/>
            <a:ext cx="1173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Минималистичная презентация: немного текста и фотографии ключевых мест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3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489204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 о городе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426464"/>
            <a:ext cx="4892040" cy="447141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Основан в 1255 году как замок Кёнигсберг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Был важным центром Восточной Пруссии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1544 году основан университет Альбертина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1946 году город получил название Калининград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 городом связаны Кант, Бессель, Гофман и Колльвиц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2.jpg">    </p:cNvPr>
          <p:cNvPicPr>
            <a:picLocks noChangeAspect="1"/>
          </p:cNvPicPr>
          <p:nvPr/>
        </p:nvPicPr>
        <p:blipFill>
          <a:blip r:embed="rId1"/>
          <a:srcRect l="0" r="0" t="915" b="91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Кёнигсберга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 возник в 1255 году вокруг замка Тевтонского ордена. Его история началась как история крепости.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1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79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Прусский город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379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Кёнигсберг стал важным политическим, торговым и культурным центром Восточной Пруссии.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4.png">    </p:cNvPr>
          <p:cNvPicPr>
            <a:picLocks noChangeAspect="1"/>
          </p:cNvPicPr>
          <p:nvPr/>
        </p:nvPicPr>
        <p:blipFill>
          <a:blip r:embed="rId1"/>
          <a:srcRect l="0" r="0" t="12073" b="1207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 Альбертина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1544 году был основан университет, который сделал город интеллектуальным центром региона.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3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79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Иммануил Кант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379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Самая известная фигура города — философ Иммануил Кант, почти всю жизнь проживший в Кёнигсберге.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2.jpg">    </p:cNvPr>
          <p:cNvPicPr>
            <a:picLocks noChangeAspect="1"/>
          </p:cNvPicPr>
          <p:nvPr/>
        </p:nvPicPr>
        <p:blipFill>
          <a:blip r:embed="rId1"/>
          <a:srcRect l="0" r="0" t="915" b="91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личности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городом связаны астроном Фридрих Бессель, писатель Э. Т. А. Гофман и художница Кете Колльвиц.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1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79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1945 года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379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Второй мировой войны город вошёл в состав СССР, был переименован и заселён заново.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4.png">    </p:cNvPr>
          <p:cNvPicPr>
            <a:picLocks noChangeAspect="1"/>
          </p:cNvPicPr>
          <p:nvPr/>
        </p:nvPicPr>
        <p:blipFill>
          <a:blip r:embed="rId1"/>
          <a:srcRect l="0" r="0" t="12073" b="1207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07492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444752"/>
            <a:ext cx="5074920" cy="456285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Калининграда — это переход от средневекового Кёнигсберга к современному российскому городу с уникальной памятью.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ity_assets/kaliningrad_1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77240"/>
            <a:ext cx="6035040" cy="621792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31520" y="1563624"/>
            <a:ext cx="6035040" cy="3968496"/>
          </a:xfrm>
          <a:prstGeom prst="rect">
            <a:avLst/>
          </a:prstGeom>
          <a:solidFill>
            <a:srgbClr val="111111">
              <a:alpha val="82000"/>
            </a:srgbClr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ru.wikipedia.org/wiki/Калининград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visit-kaliningrad.ru/blog/history/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turkaliningrad.ru/dostoprimechatelnosti/ostrov-kanta/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Изображения подобраны из открытых интернет-источников для учебной презентации.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Калининград: история и личности</dc:title>
  <dc:subject>Калининград: история и личности</dc:subject>
  <dc:creator>OpenAI</dc:creator>
  <cp:lastModifiedBy>OpenAI</cp:lastModifiedBy>
  <cp:revision>1</cp:revision>
  <dcterms:created xsi:type="dcterms:W3CDTF">2026-07-07T12:27:06Z</dcterms:created>
  <dcterms:modified xsi:type="dcterms:W3CDTF">2026-07-07T12:27:06Z</dcterms:modified>
</cp:coreProperties>
</file>