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CD85B-800E-4174-93C2-DA094CD9C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F59355-40AE-B425-A34D-CF6FBE307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77A0C6-EF40-4B5E-B608-4AA9A210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D80921-432B-DE22-E4C4-EFAF891B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BFA8B2-6D71-3D4D-70C7-0FE53F7B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87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76E8A-76FA-795C-2356-F056CFE7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AEA55-64D5-D013-7261-54C5FBCFC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18C489-C0D2-E6DF-B377-A2CE310D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1CB56-4399-F383-6A03-34A493F0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BE84D-6441-C5F7-37E3-69517680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73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A41BB-B1E1-C1E9-F03C-1E932726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7244F6-DFFB-01BD-E14B-E0DF7B6CA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AFBDA1-E00F-33A1-14CA-30183F52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B0F25F-F9F5-E42C-0426-1A05C3ED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B4E6A7-BCB2-7AE4-BAFB-BC317F3E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90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56AED-DCCA-A3AC-AC00-BF6FFE2C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CD204E-4D60-B88A-5920-85C72848E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BA7D99-D7CE-BA4B-7747-F7B0BE3DC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FFD9FD-E926-92DF-C10B-83166CA3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C8C75A-B6BF-9F53-F9D6-F9CEEBFA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4342D2-A5B4-E516-E432-57F6F68A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50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498D1-AF87-27B8-4EF9-6C6E1071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D2C7B9-9427-D7A1-70AE-10D66E274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034AC4-AD56-8A8E-90BA-E7B23ED59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00900A-8DEB-2F57-74F2-42BA91723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480FDB-AAFD-812C-46E1-51308C45D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AE7C060-FC65-F068-8FB8-D218CE9E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085D6D-CFA2-C183-6D15-70E2AFF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F72A96-688B-92D1-881B-FFC8E70B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90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DD1BC-4DCA-B835-601F-59182BEF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4E0FDE7-3C78-4580-D214-EFBB4E36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4677333-4AE8-790E-6946-DF5F2C23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3ABA56-DE94-20AD-8CA1-4AB9771D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14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0601C5-1FA3-D3A3-E75A-959A52F4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FB4C771-D5E0-2EE4-BC2C-16E1E792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022BA5-6194-B86C-AF47-6FF0FDE5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50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8CEA1-86AE-28FC-E470-C741CBEC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E1E82C-FE1D-20F3-D844-2ABDDF88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8DB7D-15A8-A776-691E-53630CFF9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F8467-F1FB-05C0-92BE-F4EA0F78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6B2AFC-060D-DBCB-28E8-F3006AFF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11F38D-8809-C2B2-0F62-EF72BE74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3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1EE00-EF24-D81C-CFB0-0E7C97FB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E6FC28-72E8-16F7-1E61-A84393F74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2231C4-DFA1-A7AB-1426-DA667DFBD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913B1D-9686-E98B-4487-AFBAC9DC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2C6E10-E44A-801A-0C4C-A801599A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103714-BE6C-0B98-2FED-27E3BF8D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35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81FF8-153E-0813-9145-5E19DB8E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BBCE67-4968-4052-A509-13F477373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A77B7A-7A57-36CB-BFD9-C1BE13DF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268FDE-5FE0-2443-9C4D-4C33A8280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272BBC-96D2-EF91-C1C8-EB5DB651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102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63DBC9-5303-B16F-1F49-55BD0C53E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815ED2-E13B-E5D3-CA08-79BA6BA89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1EAAD4-FDAA-FD84-22CE-D54B88A1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4C1089-6C37-2684-5D0B-C8052044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00CA1D-90FA-D4A5-7D07-18CDA866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54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5DE9F-8A2F-1951-92B5-93A2A8FD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EA3BB7-1759-AFFC-4CCB-66AE5A824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0159F-3226-59B8-2AB9-3A25B062E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F40A3-0821-334B-BAD2-79E97A42DD4E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AB7DE2-304C-EC72-FD70-9FB3C838E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6C018B-BEED-8529-42A6-EFE45D89C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67D9-CB1E-ED4C-9D99-45BEE60C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2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DBCC51-14AA-7953-DC70-FD407BD4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73" y="40872"/>
            <a:ext cx="4197453" cy="68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5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303A90D-D70E-ED9F-557B-E1DF0EEB7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390" y="0"/>
            <a:ext cx="9507220" cy="685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C0C1FF-6066-6645-0065-D4E725A4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626" y="-61812"/>
            <a:ext cx="6932747" cy="691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05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67AB9C-6C6F-4D80-621F-EAEE36EB3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2" y="539750"/>
            <a:ext cx="5667054" cy="389619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E3DA06-1F44-CF7B-CDE3-D9DDCBD8C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54" y="1111250"/>
            <a:ext cx="6489414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44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0FC675-B5B3-387F-958D-DAA1A4663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15" y="0"/>
            <a:ext cx="6871970" cy="68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2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50B28E9-12A6-FDE9-C44E-5D992BD17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34965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CE4B25-F897-734E-31A5-DB0AE545B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1"/>
            <a:ext cx="6096000" cy="405641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83A54-995A-B061-BA2C-816165363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14" y="3429000"/>
            <a:ext cx="5446286" cy="34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4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590DEB-2F15-7BD4-1412-FC8501D01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298" y="0"/>
            <a:ext cx="9055403" cy="679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08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1F567A-5B3F-B519-04E1-54AFBFC82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5" y="0"/>
            <a:ext cx="5158155" cy="3429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A2793A-DF43-9080-8A2B-DFFA5EC04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49251"/>
            <a:ext cx="6018920" cy="30797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7EDB0E-5008-11A2-948F-8959F7A1B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05" y="3428999"/>
            <a:ext cx="5980596" cy="30797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85EC92-48E0-DA87-8587-F790D2DBC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8998"/>
            <a:ext cx="5980595" cy="248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8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68459ED-642F-BDD8-05C1-0C40095E4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45" y="0"/>
            <a:ext cx="11237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8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C9750E-C6D8-CEFC-FCF6-DB3ECCC30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76695"/>
            <a:ext cx="4998720" cy="678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5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F7832B-8766-F23A-270B-1613DE24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7633064" cy="3429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6B7048-E880-6CBA-BAB5-7AB74678C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9743"/>
            <a:ext cx="4572000" cy="587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49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DA6C4D-057E-0AA7-DBF4-EB382E25D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562" y="14904"/>
            <a:ext cx="4550876" cy="684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070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12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Vadim CR1STL</dc:creator>
  <cp:lastModifiedBy>Vadim CR1STL</cp:lastModifiedBy>
  <cp:revision>1</cp:revision>
  <dcterms:created xsi:type="dcterms:W3CDTF">2026-07-06T14:35:52Z</dcterms:created>
  <dcterms:modified xsi:type="dcterms:W3CDTF">2026-07-06T14:46:38Z</dcterms:modified>
</cp:coreProperties>
</file>